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356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203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PH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241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6382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051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335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760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796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3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828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909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1F4943C-B7D9-47F8-B7AD-AE5DF3294E4D}" type="datetimeFigureOut">
              <a:rPr lang="en-PH" smtClean="0"/>
              <a:t>01/10/2025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PH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73A122A-ED0D-4E7F-98E9-6FB26389E7D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386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87196D-B92A-1781-F758-426F55909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25" y="719584"/>
            <a:ext cx="1583875" cy="1425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010985-A9A4-FA3A-D602-63E2A74172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000" dirty="0"/>
              <a:t>Star Bucks </a:t>
            </a:r>
            <a:r>
              <a:rPr lang="en-US" sz="8000" dirty="0" err="1"/>
              <a:t>E-COmmerce</a:t>
            </a:r>
            <a:endParaRPr lang="en-PH" sz="8000" dirty="0"/>
          </a:p>
        </p:txBody>
      </p:sp>
    </p:spTree>
    <p:extLst>
      <p:ext uri="{BB962C8B-B14F-4D97-AF65-F5344CB8AC3E}">
        <p14:creationId xmlns:p14="http://schemas.microsoft.com/office/powerpoint/2010/main" val="1395576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76D9-2389-9FD7-4378-6FD68AFAB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850392"/>
            <a:ext cx="9656064" cy="1609344"/>
          </a:xfrm>
        </p:spPr>
        <p:txBody>
          <a:bodyPr>
            <a:noAutofit/>
          </a:bodyPr>
          <a:lstStyle/>
          <a:p>
            <a:r>
              <a:rPr lang="en-US" sz="6600" dirty="0"/>
              <a:t>Project: </a:t>
            </a:r>
            <a:r>
              <a:rPr lang="en-US" sz="6600" dirty="0" err="1"/>
              <a:t>DevelopMEnt</a:t>
            </a:r>
            <a:r>
              <a:rPr lang="en-US" sz="6600" dirty="0"/>
              <a:t> of an e-commerce website</a:t>
            </a:r>
            <a:endParaRPr lang="en-PH" sz="6600" dirty="0"/>
          </a:p>
        </p:txBody>
      </p:sp>
      <p:sp>
        <p:nvSpPr>
          <p:cNvPr id="8" name="Action Button: Blank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D42C9F2-FBD5-7EF9-2C68-F71AA1FAF2B4}"/>
              </a:ext>
            </a:extLst>
          </p:cNvPr>
          <p:cNvSpPr/>
          <p:nvPr/>
        </p:nvSpPr>
        <p:spPr>
          <a:xfrm>
            <a:off x="3908044" y="3044952"/>
            <a:ext cx="4375912" cy="8778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00B050"/>
                </a:solidFill>
              </a:rPr>
              <a:t>OBJECTIVE</a:t>
            </a:r>
            <a:endParaRPr lang="en-PH" sz="6000" dirty="0">
              <a:solidFill>
                <a:srgbClr val="00B050"/>
              </a:solidFill>
            </a:endParaRPr>
          </a:p>
        </p:txBody>
      </p:sp>
      <p:sp>
        <p:nvSpPr>
          <p:cNvPr id="12" name="Action Button: Blank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384D813-2848-A13A-4041-8B6C05C1CBA4}"/>
              </a:ext>
            </a:extLst>
          </p:cNvPr>
          <p:cNvSpPr/>
          <p:nvPr/>
        </p:nvSpPr>
        <p:spPr>
          <a:xfrm>
            <a:off x="2487422" y="4107180"/>
            <a:ext cx="7217156" cy="8778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00B050"/>
                </a:solidFill>
              </a:rPr>
              <a:t>Scope &amp; Limitation</a:t>
            </a:r>
            <a:endParaRPr lang="en-PH" sz="6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9590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49914-3449-B5B4-2518-C75377B1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6A0A-D100-BD6F-E113-8B391A03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432"/>
            <a:ext cx="6656832" cy="1050979"/>
          </a:xfrm>
        </p:spPr>
        <p:txBody>
          <a:bodyPr>
            <a:noAutofit/>
          </a:bodyPr>
          <a:lstStyle/>
          <a:p>
            <a:r>
              <a:rPr lang="en-US" sz="2800" dirty="0"/>
              <a:t>Project: </a:t>
            </a:r>
            <a:r>
              <a:rPr lang="en-US" sz="2800" dirty="0" err="1"/>
              <a:t>DevelopMEnt</a:t>
            </a:r>
            <a:r>
              <a:rPr lang="en-US" sz="2800" dirty="0"/>
              <a:t> of an e-commerce website</a:t>
            </a:r>
            <a:endParaRPr lang="en-PH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5E1D0-5DA5-86C3-6B6F-29AFE2021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8690"/>
            <a:ext cx="3976914" cy="64922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dirty="0">
                <a:solidFill>
                  <a:srgbClr val="00B050"/>
                </a:solidFill>
              </a:rPr>
              <a:t>OBJECTIVE : </a:t>
            </a:r>
            <a:endParaRPr lang="en-PH" sz="4800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04775-3054-D760-E0D0-35BA6D99E634}"/>
              </a:ext>
            </a:extLst>
          </p:cNvPr>
          <p:cNvSpPr txBox="1"/>
          <p:nvPr/>
        </p:nvSpPr>
        <p:spPr>
          <a:xfrm>
            <a:off x="1016000" y="2397948"/>
            <a:ext cx="106553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To Develop an eCommerce Website that aims to provide an impactful display, experience that will draw the users to buying, and simple but useful functionalities that promotes convenience.</a:t>
            </a:r>
            <a:endParaRPr lang="en-PH" sz="3200" dirty="0"/>
          </a:p>
        </p:txBody>
      </p:sp>
      <p:sp>
        <p:nvSpPr>
          <p:cNvPr id="9" name="Arrow: Left 8">
            <a:hlinkClick r:id="rId2" action="ppaction://hlinksldjump"/>
            <a:extLst>
              <a:ext uri="{FF2B5EF4-FFF2-40B4-BE49-F238E27FC236}">
                <a16:creationId xmlns:a16="http://schemas.microsoft.com/office/drawing/2014/main" id="{23BB4DCA-D249-E61B-73E8-BADF2E9C39FC}"/>
              </a:ext>
            </a:extLst>
          </p:cNvPr>
          <p:cNvSpPr/>
          <p:nvPr/>
        </p:nvSpPr>
        <p:spPr>
          <a:xfrm>
            <a:off x="526796" y="6121400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6381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BC9FA-16CA-F8F7-84E4-47630259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row: Left 17">
            <a:extLst>
              <a:ext uri="{FF2B5EF4-FFF2-40B4-BE49-F238E27FC236}">
                <a16:creationId xmlns:a16="http://schemas.microsoft.com/office/drawing/2014/main" id="{FC9B6131-2DD2-2C8F-3BA7-FCC3132F6DB1}"/>
              </a:ext>
            </a:extLst>
          </p:cNvPr>
          <p:cNvSpPr/>
          <p:nvPr/>
        </p:nvSpPr>
        <p:spPr>
          <a:xfrm rot="5400000">
            <a:off x="1895620" y="1504224"/>
            <a:ext cx="5406353" cy="4445000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1A9C234-0DFA-8ABC-27A3-531991E543A9}"/>
              </a:ext>
            </a:extLst>
          </p:cNvPr>
          <p:cNvSpPr/>
          <p:nvPr/>
        </p:nvSpPr>
        <p:spPr>
          <a:xfrm rot="5400000">
            <a:off x="6011691" y="1496141"/>
            <a:ext cx="5406353" cy="4445000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3D5CF-B579-6020-B644-D6562927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432"/>
            <a:ext cx="6656832" cy="1050979"/>
          </a:xfrm>
        </p:spPr>
        <p:txBody>
          <a:bodyPr>
            <a:noAutofit/>
          </a:bodyPr>
          <a:lstStyle/>
          <a:p>
            <a:r>
              <a:rPr lang="en-US" sz="2800" dirty="0"/>
              <a:t>Project: </a:t>
            </a:r>
            <a:r>
              <a:rPr lang="en-US" sz="2800" dirty="0" err="1"/>
              <a:t>DevelopMEnt</a:t>
            </a:r>
            <a:r>
              <a:rPr lang="en-US" sz="2800" dirty="0"/>
              <a:t> of an e-commerce website</a:t>
            </a:r>
            <a:endParaRPr lang="en-PH" sz="2800" dirty="0"/>
          </a:p>
        </p:txBody>
      </p:sp>
      <p:sp>
        <p:nvSpPr>
          <p:cNvPr id="11" name="Action Button: Blank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A60C5D4-0399-95A5-06C1-F5B5F818AC67}"/>
              </a:ext>
            </a:extLst>
          </p:cNvPr>
          <p:cNvSpPr/>
          <p:nvPr/>
        </p:nvSpPr>
        <p:spPr>
          <a:xfrm>
            <a:off x="2487422" y="-1290066"/>
            <a:ext cx="7217156" cy="8778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Scope &amp; Limitation</a:t>
            </a:r>
            <a:endParaRPr lang="en-PH" sz="6000" dirty="0">
              <a:solidFill>
                <a:srgbClr val="FF0000"/>
              </a:solidFill>
            </a:endParaRPr>
          </a:p>
        </p:txBody>
      </p:sp>
      <p:sp>
        <p:nvSpPr>
          <p:cNvPr id="14" name="Action Button: Blank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3440E3F-1019-C09E-CEF7-3369A8F65B42}"/>
              </a:ext>
            </a:extLst>
          </p:cNvPr>
          <p:cNvSpPr/>
          <p:nvPr/>
        </p:nvSpPr>
        <p:spPr>
          <a:xfrm>
            <a:off x="3908044" y="2037777"/>
            <a:ext cx="4375912" cy="8778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SCOPE</a:t>
            </a:r>
          </a:p>
        </p:txBody>
      </p:sp>
      <p:sp>
        <p:nvSpPr>
          <p:cNvPr id="15" name="Action Button: Blank 1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A9F4747-802D-63F6-9D6F-1F3326C0A4DC}"/>
              </a:ext>
            </a:extLst>
          </p:cNvPr>
          <p:cNvSpPr/>
          <p:nvPr/>
        </p:nvSpPr>
        <p:spPr>
          <a:xfrm>
            <a:off x="3795268" y="3473566"/>
            <a:ext cx="5723128" cy="87782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LIMITATIONS</a:t>
            </a:r>
            <a:endParaRPr lang="en-PH" sz="6600" dirty="0">
              <a:solidFill>
                <a:schemeClr val="tx1"/>
              </a:solidFill>
            </a:endParaRPr>
          </a:p>
        </p:txBody>
      </p:sp>
      <p:sp>
        <p:nvSpPr>
          <p:cNvPr id="16" name="Arrow: Left 15">
            <a:hlinkClick r:id="rId5" action="ppaction://hlinksldjump"/>
            <a:extLst>
              <a:ext uri="{FF2B5EF4-FFF2-40B4-BE49-F238E27FC236}">
                <a16:creationId xmlns:a16="http://schemas.microsoft.com/office/drawing/2014/main" id="{C5355485-9BB7-C575-3ADC-838261EC371B}"/>
              </a:ext>
            </a:extLst>
          </p:cNvPr>
          <p:cNvSpPr/>
          <p:nvPr/>
        </p:nvSpPr>
        <p:spPr>
          <a:xfrm>
            <a:off x="526796" y="6121400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87250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9374-DB96-043F-9559-A14B951E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79D8-CE11-99A0-644D-19E6E5F0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432"/>
            <a:ext cx="6656832" cy="1050979"/>
          </a:xfrm>
        </p:spPr>
        <p:txBody>
          <a:bodyPr>
            <a:noAutofit/>
          </a:bodyPr>
          <a:lstStyle/>
          <a:p>
            <a:r>
              <a:rPr lang="en-US" sz="2800" dirty="0"/>
              <a:t>Project: </a:t>
            </a:r>
            <a:r>
              <a:rPr lang="en-US" sz="2800" dirty="0" err="1"/>
              <a:t>DevelopMEnt</a:t>
            </a:r>
            <a:r>
              <a:rPr lang="en-US" sz="2800" dirty="0"/>
              <a:t> of an e-commerce website</a:t>
            </a:r>
            <a:endParaRPr lang="en-PH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275B59-CF52-77A2-11E5-398F84AE8D6E}"/>
              </a:ext>
            </a:extLst>
          </p:cNvPr>
          <p:cNvSpPr txBox="1">
            <a:spLocks/>
          </p:cNvSpPr>
          <p:nvPr/>
        </p:nvSpPr>
        <p:spPr>
          <a:xfrm>
            <a:off x="2487422" y="-1077280"/>
            <a:ext cx="7632700" cy="877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rgbClr val="FF0000"/>
                </a:solidFill>
              </a:rPr>
              <a:t>Scope &amp; Limitations</a:t>
            </a:r>
            <a:r>
              <a:rPr lang="en-US" sz="6000" dirty="0"/>
              <a:t> </a:t>
            </a:r>
            <a:endParaRPr lang="en-PH" sz="6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C4E88E3-23C0-89EF-DA3F-76F274419AA4}"/>
              </a:ext>
            </a:extLst>
          </p:cNvPr>
          <p:cNvSpPr txBox="1">
            <a:spLocks/>
          </p:cNvSpPr>
          <p:nvPr/>
        </p:nvSpPr>
        <p:spPr>
          <a:xfrm>
            <a:off x="-395478" y="794759"/>
            <a:ext cx="3583178" cy="877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dirty="0">
                <a:solidFill>
                  <a:srgbClr val="00B050"/>
                </a:solidFill>
              </a:rPr>
              <a:t>SCOPE </a:t>
            </a:r>
            <a:endParaRPr lang="en-PH" sz="4400" dirty="0">
              <a:solidFill>
                <a:srgbClr val="00B050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028DB2A-DFB3-E1BA-799E-FAA0FBF1A4C5}"/>
              </a:ext>
            </a:extLst>
          </p:cNvPr>
          <p:cNvSpPr txBox="1">
            <a:spLocks/>
          </p:cNvSpPr>
          <p:nvPr/>
        </p:nvSpPr>
        <p:spPr>
          <a:xfrm>
            <a:off x="12496800" y="2746109"/>
            <a:ext cx="4972050" cy="877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dirty="0"/>
              <a:t>LIMITATIONS </a:t>
            </a:r>
            <a:endParaRPr lang="en-PH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AFDC7-19A8-6348-17F2-3C065480705F}"/>
              </a:ext>
            </a:extLst>
          </p:cNvPr>
          <p:cNvSpPr txBox="1"/>
          <p:nvPr/>
        </p:nvSpPr>
        <p:spPr>
          <a:xfrm>
            <a:off x="1143002" y="1735275"/>
            <a:ext cx="100202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 b="1" dirty="0"/>
              <a:t>Website Design and Development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Responsive layout for desktop, tablets and mobile devices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A functional Homepage, viewable products with unique and detailed information, shopping cart, and payment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1F039-1AEB-48D7-399A-13D3DB657171}"/>
              </a:ext>
            </a:extLst>
          </p:cNvPr>
          <p:cNvSpPr txBox="1"/>
          <p:nvPr/>
        </p:nvSpPr>
        <p:spPr>
          <a:xfrm>
            <a:off x="1143002" y="2823714"/>
            <a:ext cx="100202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 b="1" dirty="0"/>
              <a:t>User Features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PH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PH" sz="1400" dirty="0"/>
              <a:t>Customer registration and Login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Product Browsing, filtering and searching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PH" sz="1400" dirty="0"/>
              <a:t>Cart Management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PH" sz="1400" dirty="0"/>
              <a:t>Custom Product Management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PH" sz="1400" dirty="0"/>
              <a:t>Order History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5571E-B2E3-ECB0-0ABE-F717BA878FA9}"/>
              </a:ext>
            </a:extLst>
          </p:cNvPr>
          <p:cNvSpPr txBox="1"/>
          <p:nvPr/>
        </p:nvSpPr>
        <p:spPr>
          <a:xfrm>
            <a:off x="1143002" y="4660289"/>
            <a:ext cx="100202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 b="1" dirty="0"/>
              <a:t>Admin Panel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PH" sz="1400" dirty="0"/>
              <a:t>Product and Inventory Management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PH" sz="1400" dirty="0"/>
              <a:t>Sales Dashboard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PH" sz="1400" dirty="0"/>
              <a:t>Top Selling Products Chart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PH" sz="1400" dirty="0"/>
              <a:t>Order and Customer Management</a:t>
            </a:r>
            <a:endParaRPr lang="en-US" sz="1400" dirty="0"/>
          </a:p>
        </p:txBody>
      </p:sp>
      <p:sp>
        <p:nvSpPr>
          <p:cNvPr id="6" name="Arrow: Left 5">
            <a:hlinkClick r:id="rId2" action="ppaction://hlinksldjump"/>
            <a:extLst>
              <a:ext uri="{FF2B5EF4-FFF2-40B4-BE49-F238E27FC236}">
                <a16:creationId xmlns:a16="http://schemas.microsoft.com/office/drawing/2014/main" id="{D1AEB52E-0764-B8BC-3B87-1C878C9DAAE5}"/>
              </a:ext>
            </a:extLst>
          </p:cNvPr>
          <p:cNvSpPr/>
          <p:nvPr/>
        </p:nvSpPr>
        <p:spPr>
          <a:xfrm>
            <a:off x="417703" y="6210562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3686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CB29-4690-ED48-F6D5-847C4402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8247-9016-7336-2FA7-57E6A1E6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432"/>
            <a:ext cx="6656832" cy="1050979"/>
          </a:xfrm>
        </p:spPr>
        <p:txBody>
          <a:bodyPr>
            <a:noAutofit/>
          </a:bodyPr>
          <a:lstStyle/>
          <a:p>
            <a:r>
              <a:rPr lang="en-US" sz="2800" dirty="0"/>
              <a:t>Project: </a:t>
            </a:r>
            <a:r>
              <a:rPr lang="en-US" sz="2800" dirty="0" err="1"/>
              <a:t>DevelopMEnt</a:t>
            </a:r>
            <a:r>
              <a:rPr lang="en-US" sz="2800" dirty="0"/>
              <a:t> of an e-commerce website</a:t>
            </a:r>
            <a:endParaRPr lang="en-PH" sz="28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19C8AD3-9173-E539-9563-7D1171242FFD}"/>
              </a:ext>
            </a:extLst>
          </p:cNvPr>
          <p:cNvSpPr txBox="1">
            <a:spLocks/>
          </p:cNvSpPr>
          <p:nvPr/>
        </p:nvSpPr>
        <p:spPr>
          <a:xfrm>
            <a:off x="177800" y="832859"/>
            <a:ext cx="3887978" cy="877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dirty="0">
                <a:solidFill>
                  <a:srgbClr val="00B050"/>
                </a:solidFill>
              </a:rPr>
              <a:t>LIMITATIONS </a:t>
            </a:r>
            <a:endParaRPr lang="en-PH" sz="4400" dirty="0">
              <a:solidFill>
                <a:srgbClr val="00B050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31DD206-6D0A-62E0-5033-BC17F56173B1}"/>
              </a:ext>
            </a:extLst>
          </p:cNvPr>
          <p:cNvSpPr txBox="1">
            <a:spLocks/>
          </p:cNvSpPr>
          <p:nvPr/>
        </p:nvSpPr>
        <p:spPr>
          <a:xfrm>
            <a:off x="12496800" y="2746109"/>
            <a:ext cx="4972050" cy="877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dirty="0"/>
              <a:t>LIMITATIONS </a:t>
            </a:r>
            <a:endParaRPr lang="en-PH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C5D56-87D9-356E-F9C0-79A9FFEF9834}"/>
              </a:ext>
            </a:extLst>
          </p:cNvPr>
          <p:cNvSpPr txBox="1"/>
          <p:nvPr/>
        </p:nvSpPr>
        <p:spPr>
          <a:xfrm>
            <a:off x="1866902" y="1735275"/>
            <a:ext cx="10020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 b="1" dirty="0"/>
              <a:t>No Mobile App Development</a:t>
            </a:r>
          </a:p>
          <a:p>
            <a:endParaRPr lang="en-PH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The scope only cover a responsive website not a native mobile app</a:t>
            </a:r>
            <a:endParaRPr lang="en-PH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EE093-9EDD-EA2F-3D4B-41EC1FA86898}"/>
              </a:ext>
            </a:extLst>
          </p:cNvPr>
          <p:cNvSpPr txBox="1"/>
          <p:nvPr/>
        </p:nvSpPr>
        <p:spPr>
          <a:xfrm>
            <a:off x="1866902" y="2866946"/>
            <a:ext cx="10020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Limited Language and Currency Support</a:t>
            </a:r>
          </a:p>
          <a:p>
            <a:endParaRPr lang="en-PH" sz="16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This website will be available on one language and currency only</a:t>
            </a:r>
            <a:endParaRPr lang="en-PH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9DD51-A13B-88FB-00D7-55AC1326719F}"/>
              </a:ext>
            </a:extLst>
          </p:cNvPr>
          <p:cNvSpPr txBox="1"/>
          <p:nvPr/>
        </p:nvSpPr>
        <p:spPr>
          <a:xfrm>
            <a:off x="1866902" y="4074817"/>
            <a:ext cx="100202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 b="1" dirty="0"/>
              <a:t>Third-party dependencies</a:t>
            </a:r>
          </a:p>
          <a:p>
            <a:endParaRPr lang="en-PH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and Use of third-party services(payment systems, shipping </a:t>
            </a:r>
          </a:p>
          <a:p>
            <a:r>
              <a:rPr lang="en-US" sz="1600" dirty="0"/>
              <a:t>		      tracker) are outside the project’s control</a:t>
            </a:r>
            <a:endParaRPr lang="en-PH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7F66A-9995-0E64-9262-D3C01AD51B0F}"/>
              </a:ext>
            </a:extLst>
          </p:cNvPr>
          <p:cNvSpPr txBox="1"/>
          <p:nvPr/>
        </p:nvSpPr>
        <p:spPr>
          <a:xfrm>
            <a:off x="1866902" y="5295388"/>
            <a:ext cx="1002029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/>
              <a:t>Information Accuracy</a:t>
            </a:r>
          </a:p>
          <a:p>
            <a:endParaRPr lang="en-PH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The price, name or the product itself may be or may not be true to what it really is.</a:t>
            </a:r>
            <a:endParaRPr lang="en-PH" sz="1600" dirty="0"/>
          </a:p>
        </p:txBody>
      </p:sp>
      <p:sp>
        <p:nvSpPr>
          <p:cNvPr id="10" name="Arrow: Left 9">
            <a:hlinkClick r:id="rId2" action="ppaction://hlinksldjump"/>
            <a:extLst>
              <a:ext uri="{FF2B5EF4-FFF2-40B4-BE49-F238E27FC236}">
                <a16:creationId xmlns:a16="http://schemas.microsoft.com/office/drawing/2014/main" id="{89894F06-9E60-B37F-9FE8-2006CAB9FED3}"/>
              </a:ext>
            </a:extLst>
          </p:cNvPr>
          <p:cNvSpPr/>
          <p:nvPr/>
        </p:nvSpPr>
        <p:spPr>
          <a:xfrm>
            <a:off x="437896" y="6157162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7328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100</TotalTime>
  <Words>231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Rockwell</vt:lpstr>
      <vt:lpstr>Rockwell Condensed</vt:lpstr>
      <vt:lpstr>Wingdings</vt:lpstr>
      <vt:lpstr>Wood Type</vt:lpstr>
      <vt:lpstr>Star Bucks E-COmmerce</vt:lpstr>
      <vt:lpstr>Project: DevelopMEnt of an e-commerce website</vt:lpstr>
      <vt:lpstr>Project: DevelopMEnt of an e-commerce website</vt:lpstr>
      <vt:lpstr>Project: DevelopMEnt of an e-commerce website</vt:lpstr>
      <vt:lpstr>Project: DevelopMEnt of an e-commerce website</vt:lpstr>
      <vt:lpstr>Project: DevelopMEnt of an e-commerce 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2025-10-01T06:04:59Z</dcterms:created>
  <dcterms:modified xsi:type="dcterms:W3CDTF">2025-10-01T07:45:51Z</dcterms:modified>
</cp:coreProperties>
</file>